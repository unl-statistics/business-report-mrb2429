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 Collapse Risk in Omaha, Nebraska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Max Buettenback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Bridge failures have happened in the U.S.</a:t>
            </a:r>
          </a:p>
          <a:p>
            <a:pPr lvl="0"/>
            <a:r>
              <a:rPr/>
              <a:t>Can cause serious safety issues</a:t>
            </a:r>
          </a:p>
          <a:p>
            <a:pPr lvl="0"/>
            <a:r>
              <a:rPr/>
              <a:t>Can disrupt major traffic routes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used</a:t>
            </a:r>
          </a:p>
          <a:p>
            <a:pPr lvl="0"/>
            <a:r>
              <a:rPr/>
              <a:t>How risk was calculated</a:t>
            </a:r>
          </a:p>
          <a:p>
            <a:pPr lvl="0"/>
            <a:r>
              <a:rPr/>
              <a:t>Key findings</a:t>
            </a:r>
          </a:p>
          <a:p>
            <a:pPr lvl="0"/>
            <a:r>
              <a:rPr/>
              <a:t>Recommendations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National Bridge Inventory (main dataset)</a:t>
            </a:r>
          </a:p>
          <a:p>
            <a:pPr lvl="0"/>
            <a:r>
              <a:rPr/>
              <a:t>Traffic data (ADT)</a:t>
            </a:r>
          </a:p>
          <a:p>
            <a:pPr lvl="0"/>
            <a:r>
              <a:rPr/>
              <a:t>NDOT (context only)</a:t>
            </a:r>
          </a:p>
          <a:p>
            <a:pPr lvl="0"/>
            <a:r>
              <a:rPr/>
              <a:t>511 bridges analyzed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Bridge age</a:t>
            </a:r>
          </a:p>
          <a:p>
            <a:pPr lvl="0"/>
            <a:r>
              <a:rPr/>
              <a:t>Condition ratings (0–9 scale)</a:t>
            </a:r>
          </a:p>
          <a:p>
            <a:pPr lvl="0"/>
            <a:r>
              <a:rPr/>
              <a:t>Lowest condition rating</a:t>
            </a:r>
          </a:p>
          <a:p>
            <a:pPr lvl="0"/>
            <a:r>
              <a:rPr/>
              <a:t>Traffic (vehicles per day)</a:t>
            </a:r>
          </a:p>
          <a:p>
            <a:pPr lvl="0"/>
            <a:r>
              <a:rPr/>
              <a:t>Poor condition = rating ≤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Filtered to Omaha (Douglas County)</a:t>
            </a:r>
          </a:p>
          <a:p>
            <a:pPr lvl="0"/>
            <a:r>
              <a:rPr/>
              <a:t>Removed missing data</a:t>
            </a:r>
          </a:p>
          <a:p>
            <a:pPr lvl="0"/>
            <a:r>
              <a:rPr/>
              <a:t>Calculated bridge age</a:t>
            </a:r>
          </a:p>
          <a:p>
            <a:pPr lvl="0"/>
            <a:r>
              <a:rPr/>
              <a:t>Identified poor bridges</a:t>
            </a:r>
          </a:p>
          <a:p>
            <a:pPr lvl="0" indent="0" marL="0">
              <a:buNone/>
            </a:pPr>
            <a:r>
              <a:rPr b="1"/>
              <a:t>Risk = Probability × Consequence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511 bridges total</a:t>
            </a:r>
          </a:p>
          <a:p>
            <a:pPr lvl="0"/>
            <a:r>
              <a:rPr/>
              <a:t>Average age ~45 years</a:t>
            </a:r>
          </a:p>
          <a:p>
            <a:pPr lvl="0"/>
            <a:r>
              <a:rPr/>
              <a:t>Only 16 bridges in poor condition (~3%)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Distribution</a:t>
            </a:r>
          </a:p>
        </p:txBody>
      </p:sp>
      <p:pic>
        <p:nvPicPr>
          <p:cNvPr descr="slides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Distribution of bridge condition ratings in Omaha.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Probability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Lower condition rating = higher risk</a:t>
            </a:r>
          </a:p>
          <a:p>
            <a:pPr lvl="0"/>
            <a:r>
              <a:rPr/>
              <a:t>Older bridges tend to have lower ratings</a:t>
            </a:r>
          </a:p>
          <a:p>
            <a:pPr lvl="0"/>
            <a:r>
              <a:rPr/>
              <a:t>Most bridges are still in acceptable condition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of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Traffic varies across bridges</a:t>
            </a:r>
          </a:p>
          <a:p>
            <a:pPr lvl="0"/>
            <a:r>
              <a:rPr/>
              <a:t>Some carry over 100,000 vehicles/day</a:t>
            </a:r>
          </a:p>
          <a:p>
            <a:pPr lvl="0" indent="0" marL="0">
              <a:buNone/>
            </a:pPr>
            <a:r>
              <a:rPr b="1"/>
              <a:t>High traffic = bigger impact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Highest Risk Bridges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Low condition rating (≤ 4)</a:t>
            </a:r>
          </a:p>
          <a:p>
            <a:pPr lvl="0"/>
            <a:r>
              <a:rPr/>
              <a:t>High traffic volume</a:t>
            </a:r>
          </a:p>
          <a:p>
            <a:pPr lvl="0" indent="0" marL="0">
              <a:buNone/>
            </a:pPr>
            <a:r>
              <a:rPr/>
              <a:t>→ Typically major routes (I-80, etc.)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bridges are in good condition</a:t>
            </a:r>
          </a:p>
          <a:p>
            <a:pPr lvl="0"/>
            <a:r>
              <a:rPr/>
              <a:t>Only 16 / 511 (~3%) are poor</a:t>
            </a:r>
          </a:p>
          <a:p>
            <a:pPr lvl="0"/>
            <a:r>
              <a:rPr/>
              <a:t>Older bridges show more wear</a:t>
            </a:r>
          </a:p>
          <a:p>
            <a:pPr lvl="0"/>
            <a:r>
              <a:rPr/>
              <a:t>High traffic = biggest impact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Condition Summary</a:t>
            </a:r>
          </a:p>
        </p:txBody>
      </p:sp>
      <p:pic>
        <p:nvPicPr>
          <p:cNvPr descr="slides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Number of bridges in poor vs acceptable condition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Monitor lower rated bridges more closely</a:t>
            </a:r>
          </a:p>
          <a:p>
            <a:pPr lvl="0"/>
            <a:r>
              <a:rPr/>
              <a:t>Prioritize repairs</a:t>
            </a:r>
          </a:p>
          <a:p>
            <a:pPr lvl="0"/>
            <a:r>
              <a:rPr/>
              <a:t>Continue inspections</a:t>
            </a:r>
          </a:p>
          <a:p>
            <a:pPr lvl="0"/>
            <a:r>
              <a:rPr/>
              <a:t>Focus on high traffic bridges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collapse risk is low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 indent="0" marL="0">
              <a:buNone/>
            </a:pPr>
            <a:r>
              <a:rPr/>
              <a:t>Targeted maintenance is needed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Collapse Risk in Omaha, Nebraska</dc:title>
  <dc:creator>Max Buettenback</dc:creator>
  <cp:keywords/>
  <dcterms:created xsi:type="dcterms:W3CDTF">2026-04-28T22:04:37Z</dcterms:created>
  <dcterms:modified xsi:type="dcterms:W3CDTF">2026-04-28T22:04:37Z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