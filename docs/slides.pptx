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Bridge Collapse Risk in Omaha, Nebraska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Max Buettenback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Bridge failures have happened in the U.S.</a:t>
            </a:r>
          </a:p>
          <a:p>
            <a:pPr lvl="0"/>
            <a:r>
              <a:rPr/>
              <a:t>Can cause serious safety issues</a:t>
            </a:r>
          </a:p>
          <a:p>
            <a:pPr lvl="0"/>
            <a:r>
              <a:rPr/>
              <a:t>Can disrupt major traffic routes</a:t>
            </a:r>
          </a:p>
        </p:txBody>
      </p:sp>
      <p:pic>
        <p:nvPicPr>
          <p:cNvPr descr="PITTBridge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used</a:t>
            </a:r>
          </a:p>
          <a:p>
            <a:pPr lvl="0"/>
            <a:r>
              <a:rPr/>
              <a:t>How risk was calculated</a:t>
            </a:r>
          </a:p>
          <a:p>
            <a:pPr lvl="0"/>
            <a:r>
              <a:rPr/>
              <a:t>Key findings</a:t>
            </a:r>
          </a:p>
          <a:p>
            <a:pPr lvl="0"/>
            <a:r>
              <a:rPr/>
              <a:t>Recommendations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National Bridge Inventory (main data set)</a:t>
            </a:r>
          </a:p>
          <a:p>
            <a:pPr lvl="0"/>
            <a:r>
              <a:rPr/>
              <a:t>Includes bridge condition and age</a:t>
            </a:r>
          </a:p>
          <a:p>
            <a:pPr lvl="0"/>
            <a:r>
              <a:rPr/>
              <a:t>Traffic data used to measure impact</a:t>
            </a:r>
          </a:p>
          <a:p>
            <a:pPr lvl="0"/>
            <a:r>
              <a:rPr/>
              <a:t>Nebraska Department of Transportation(NDOT) was used for additional context</a:t>
            </a:r>
          </a:p>
          <a:p>
            <a:pPr lvl="0"/>
            <a:r>
              <a:rPr/>
              <a:t>511 bridges analyzed in Omaha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Bridge age (calculated from year built)</a:t>
            </a:r>
          </a:p>
          <a:p>
            <a:pPr lvl="0"/>
            <a:r>
              <a:rPr/>
              <a:t>Condition ratings (scale from 0–9)</a:t>
            </a:r>
          </a:p>
          <a:p>
            <a:pPr lvl="0"/>
            <a:r>
              <a:rPr/>
              <a:t>Lowest condition rating used for analysis</a:t>
            </a:r>
          </a:p>
          <a:p>
            <a:pPr lvl="0"/>
            <a:r>
              <a:rPr/>
              <a:t>Traffic (vehicles per day)</a:t>
            </a:r>
          </a:p>
          <a:p>
            <a:pPr lvl="0"/>
            <a:r>
              <a:rPr/>
              <a:t>Poor condition defined as rating ≤ 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Filtered data to Omaha (Douglas County)</a:t>
            </a:r>
          </a:p>
          <a:p>
            <a:pPr lvl="0"/>
            <a:r>
              <a:rPr/>
              <a:t>Removed bridges with missing data</a:t>
            </a:r>
          </a:p>
          <a:p>
            <a:pPr lvl="0"/>
            <a:r>
              <a:rPr/>
              <a:t>Calculated bridge age</a:t>
            </a:r>
          </a:p>
          <a:p>
            <a:pPr lvl="0"/>
            <a:r>
              <a:rPr/>
              <a:t>Identified bridges in poor condition</a:t>
            </a:r>
          </a:p>
          <a:p>
            <a:pPr lvl="0" indent="0" marL="0">
              <a:buNone/>
            </a:pPr>
            <a:r>
              <a:rPr b="1"/>
              <a:t>Risk = Probability × Consequence</a:t>
            </a:r>
          </a:p>
          <a:p>
            <a:pPr lvl="0"/>
            <a:r>
              <a:rPr/>
              <a:t>Condition ratings → probability of failure</a:t>
            </a:r>
          </a:p>
          <a:p>
            <a:pPr lvl="0"/>
            <a:r>
              <a:rPr/>
              <a:t>Traffic → impact if failure occurs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of Cleaned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254000"/>
                <a:gridCol w="749300"/>
                <a:gridCol w="965200"/>
                <a:gridCol w="393700"/>
                <a:gridCol w="393700"/>
                <a:gridCol w="431800"/>
                <a:gridCol w="787400"/>
                <a:gridCol w="711200"/>
                <a:gridCol w="495300"/>
                <a:gridCol w="609600"/>
                <a:gridCol w="495300"/>
                <a:gridCol w="787400"/>
                <a:gridCol w="533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structure_number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county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facility_carried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year_built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bridge_age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deck_rating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superstructure_rating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substructure_rating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lowest_rating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bridge_condition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daily_traffic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percent_truck_traffic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poor_condition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C002800205P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‘COUNTRY ROAD’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‘.3M W OF 276TH STREET’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C002800403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‘PAWNEE ROAD’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‘1S 2.5W N133/WASHGTON CL’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C002800405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‘PAWNEE ROAD’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‘JCT N36/N133 1N .8E’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C002800410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‘PAWNEE ROAD’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‘JCT N36/N133 1N 1E’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C002800420P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‘PONCA RD/COLL 7949’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‘42ND &amp; PONCA ROAD’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511 bridges total</a:t>
            </a:r>
          </a:p>
          <a:p>
            <a:pPr lvl="0"/>
            <a:r>
              <a:rPr/>
              <a:t>Average age ~45 years</a:t>
            </a:r>
          </a:p>
          <a:p>
            <a:pPr lvl="0"/>
            <a:r>
              <a:rPr/>
              <a:t>Only 16 bridges in poor condition (~3%)</a:t>
            </a:r>
          </a:p>
          <a:p>
            <a:pPr lvl="0" indent="0" marL="0">
              <a:buNone/>
            </a:pPr>
            <a:r>
              <a:rPr/>
              <a:t>Most bridges are still in fair to good condition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Condition Distribution</a:t>
            </a:r>
          </a:p>
        </p:txBody>
      </p:sp>
      <p:pic>
        <p:nvPicPr>
          <p:cNvPr descr="slid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Distribution of bridge condition ratings in Omaha.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of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Lower condition rating = higher risk</a:t>
            </a:r>
          </a:p>
          <a:p>
            <a:pPr lvl="0"/>
            <a:r>
              <a:rPr/>
              <a:t>Older bridges tend to have lower ratings</a:t>
            </a:r>
          </a:p>
          <a:p>
            <a:pPr lvl="0"/>
            <a:r>
              <a:rPr/>
              <a:t>Shows deterioration over time</a:t>
            </a:r>
          </a:p>
          <a:p>
            <a:pPr lvl="0"/>
            <a:r>
              <a:rPr/>
              <a:t>Most bridges are still in acceptable condition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Consequences of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Traffic varies across bridges</a:t>
            </a:r>
          </a:p>
          <a:p>
            <a:pPr lvl="0"/>
            <a:r>
              <a:rPr/>
              <a:t>Some carry over 100,000 vehicles/day</a:t>
            </a:r>
          </a:p>
          <a:p>
            <a:pPr lvl="0" indent="0" marL="0">
              <a:buNone/>
            </a:pPr>
            <a:r>
              <a:rPr b="1"/>
              <a:t>High traffic = bigger impact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Highest Risk Bridges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 condition rating (≤ 4)</a:t>
            </a:r>
          </a:p>
          <a:p>
            <a:pPr lvl="0"/>
            <a:r>
              <a:rPr/>
              <a:t>High traffic volume</a:t>
            </a:r>
          </a:p>
          <a:p>
            <a:pPr lvl="0" indent="0" marL="0">
              <a:buNone/>
            </a:pPr>
            <a:r>
              <a:rPr/>
              <a:t>→ Typically major routes (I-80, etc.)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Most bridges are in good condition</a:t>
            </a:r>
          </a:p>
          <a:p>
            <a:pPr lvl="0"/>
            <a:r>
              <a:rPr/>
              <a:t>Only 16 / 511 (~3%) are poor</a:t>
            </a:r>
          </a:p>
          <a:p>
            <a:pPr lvl="0"/>
            <a:r>
              <a:rPr/>
              <a:t>Older bridges show more wear</a:t>
            </a:r>
          </a:p>
          <a:p>
            <a:pPr lvl="0"/>
            <a:r>
              <a:rPr/>
              <a:t>High traffic = biggest impact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Condition Summary</a:t>
            </a:r>
          </a:p>
        </p:txBody>
      </p:sp>
      <p:pic>
        <p:nvPicPr>
          <p:cNvPr descr="slides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Number of bridges in poor vs acceptable condition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Monitor lower rated bridges more closely</a:t>
            </a:r>
          </a:p>
          <a:p>
            <a:pPr lvl="0"/>
            <a:r>
              <a:rPr/>
              <a:t>Prioritize repairs</a:t>
            </a:r>
          </a:p>
          <a:p>
            <a:pPr lvl="0"/>
            <a:r>
              <a:rPr/>
              <a:t>Continue inspections</a:t>
            </a:r>
          </a:p>
          <a:p>
            <a:pPr lvl="0"/>
            <a:r>
              <a:rPr/>
              <a:t>Focus on high traffic bridges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collapse risk is low</a:t>
            </a:r>
          </a:p>
          <a:p>
            <a:pPr lvl="0" indent="0" marL="0">
              <a:buNone/>
            </a:pPr>
            <a:r>
              <a:rPr/>
              <a:t>BUT</a:t>
            </a:r>
          </a:p>
          <a:p>
            <a:pPr lvl="0" indent="0" marL="0">
              <a:buNone/>
            </a:pPr>
            <a:r>
              <a:rPr/>
              <a:t>Targeted maintenance is needed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Collapse Risk in Omaha, Nebraska</dc:title>
  <dc:creator>Max Buettenback</dc:creator>
  <cp:keywords/>
  <dcterms:created xsi:type="dcterms:W3CDTF">2026-05-01T14:50:50Z</dcterms:created>
  <dcterms:modified xsi:type="dcterms:W3CDTF">2026-05-01T14:50:50Z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